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VT-024</a:t>
            </a:r>
          </a:p>
          <a:p>
            <a:r>
              <a:t>Domiciliación</a:t>
            </a:r>
          </a:p>
          <a:p>
            <a:r>
              <a:t>Verificar con la integración la recepción de mensajes de éxito de la domiciliación e investigar un servicio de escucha que permita regenerar la URL de domiciliación expirada después de la orden.</a:t>
            </a:r>
          </a:p>
          <a:p/>
          <a:p>
            <a:r>
              <a:t>VT-065</a:t>
            </a:r>
          </a:p>
          <a:p>
            <a:r>
              <a:t>Seguridad y Visibilidad</a:t>
            </a:r>
          </a:p>
          <a:p>
            <a:r>
              <a:t>Hacer el doble check de la visibilidad de Gestión de la Demanda.</a:t>
            </a:r>
          </a:p>
          <a:p/>
          <a:p>
            <a:r>
              <a:t>VT-008</a:t>
            </a:r>
          </a:p>
          <a:p>
            <a:r>
              <a:t>Buscador Personalizado de Clientes</a:t>
            </a:r>
          </a:p>
          <a:p>
            <a:r>
              <a:t>Construir POC para comparar el buscador estándar (ajustando campos de búsqueda/resultado) contra un buscador clásico custom.</a:t>
            </a:r>
          </a:p>
          <a:p/>
          <a:p>
            <a:r>
              <a:t>VT-026</a:t>
            </a:r>
          </a:p>
          <a:p>
            <a:r>
              <a:t>Agendamiento</a:t>
            </a:r>
          </a:p>
          <a:p>
            <a:r>
              <a:t>Corregir que no se puede salir del agendamiento una vez iniciado. El reagendamiento queda fuera de Salesforce.</a:t>
            </a:r>
          </a:p>
          <a:p/>
          <a:p>
            <a:r>
              <a:t>VT-027</a:t>
            </a:r>
          </a:p>
          <a:p>
            <a:r>
              <a:t>Mejoras en la Experiencia del Carrito</a:t>
            </a:r>
          </a:p>
          <a:p>
            <a:r>
              <a:t>Recargar el carrito al terminar la configuración (botón de refresco), eliminar notificaciones duplicadas y deshabilitar 'Confirmar pedido' hasta completar la configuración del producto.</a:t>
            </a:r>
          </a:p>
          <a:p/>
          <a:p>
            <a:r>
              <a:t>VT-028</a:t>
            </a:r>
          </a:p>
          <a:p>
            <a:r>
              <a:t>UX – Vista 360, Home Ventas y Listas</a:t>
            </a:r>
          </a:p>
          <a:p>
            <a:r>
              <a:t>Agregar instrucciones claras y concisas en el path (ruta del éxito) de pedidos y casos; notificar el fin del proceso; mover el botón de Notas a Relacionados para revisar notas anteriores antes de enviar una nueva.</a:t>
            </a:r>
          </a:p>
          <a:p/>
          <a:p>
            <a:r>
              <a:t>VT-025</a:t>
            </a:r>
          </a:p>
          <a:p>
            <a:r>
              <a:t>Riesgo del Cliente</a:t>
            </a:r>
          </a:p>
          <a:p>
            <a:r>
              <a:t>Revisar si la evaluación de riesgo (venta con calidad) es necesaria y si aplica en todos los canales.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DIG-007</a:t>
            </a:r>
          </a:p>
          <a:p>
            <a:r>
              <a:t>Compartir documentación técnica de servicios</a:t>
            </a:r>
          </a:p>
          <a:p>
            <a:r>
              <a:t>Equipo Telmex compartirá ejemplos de request/response de servicios actuales y del nuevo servicio de catálogo con promociones (Justificación: Necesario para que el equipo Salesforce diseñe la arquitectura de integración)</a:t>
            </a:r>
          </a:p>
          <a:p/>
          <a:p>
            <a:r>
              <a:t>DIG-008</a:t>
            </a:r>
          </a:p>
          <a:p>
            <a:r>
              <a:t>Reconstruir diagrama de flujo con servicios</a:t>
            </a:r>
          </a:p>
          <a:p>
            <a:r>
              <a:t>Reconstruir diagrama de pantallas con mapping de servicios por paso y puntos de creación de entidades en Salesforce (estilo Carlos Vega) (Justificación: El diagrama previo fue clave para alinear al equipo técnico en el proyecto anterior)</a:t>
            </a:r>
          </a:p>
          <a:p/>
          <a:p>
            <a:r>
              <a:t>DIG-031</a:t>
            </a:r>
          </a:p>
          <a:p>
            <a:r>
              <a:t>Compartir documentación técnica: request/response de servicios actuales y del nuevo servicio de catálogo con árbol de producto y promociones</a:t>
            </a:r>
          </a:p>
          <a:p>
            <a:r>
              <a:t>Compartir documentación técnica: request/response de servicios actuales y del nuevo servicio de catálogo con árbol de producto y promociones</a:t>
            </a:r>
          </a:p>
          <a:p/>
          <a:p>
            <a:r>
              <a:t>DIG-032</a:t>
            </a:r>
          </a:p>
          <a:p>
            <a:r>
              <a:t>Reconstruir diagrama de flujo de pantallas con mapping de servicios por paso y puntos de creación de entidades en Salesforce</a:t>
            </a:r>
          </a:p>
          <a:p>
            <a:r>
              <a:t>Reconstruir diagrama de flujo de pantallas con mapping de servicios por paso y puntos de creación de entidades en Salesforce</a:t>
            </a:r>
          </a:p>
          <a:p/>
          <a:p>
            <a:r>
              <a:t>DIG-033</a:t>
            </a:r>
          </a:p>
          <a:p>
            <a:r>
              <a:t>Elaborar lista clasificada de Must Have vs. Nice to Have</a:t>
            </a:r>
          </a:p>
          <a:p>
            <a:r>
              <a:t>Elaborar lista clasificada de Must Have vs. Nice to Have</a:t>
            </a:r>
          </a:p>
          <a:p/>
          <a:p>
            <a:r>
              <a:t>DIG-034</a:t>
            </a:r>
          </a:p>
          <a:p>
            <a:r>
              <a:t>Evaluar y proponer revisión del roadmap del proyecto (2 releases grandes vs. sprints cortos)</a:t>
            </a:r>
          </a:p>
          <a:p>
            <a:r>
              <a:t>Evaluar y proponer revisión del roadmap del proyecto (2 releases grandes vs. sprints cortos)</a:t>
            </a:r>
          </a:p>
          <a:p/>
          <a:p>
            <a:r>
              <a:t>DIG-035</a:t>
            </a:r>
          </a:p>
          <a:p>
            <a:r>
              <a:t>Coordinar y agendar sesión con Luis Sánchez para revisión detallada del flujo</a:t>
            </a:r>
          </a:p>
          <a:p>
            <a:r>
              <a:t>Coordinar y agendar sesión con Luis Sánchez para revisión detallada del flujo</a:t>
            </a:r>
          </a:p>
          <a:p/>
          <a:p>
            <a:r>
              <a:t>DIG-036</a:t>
            </a:r>
          </a:p>
          <a:p>
            <a:r>
              <a:t>Alinear reglas de deduplicación de Leads/Cuentas/Órdenes entre telmex.com y canales CRM</a:t>
            </a:r>
          </a:p>
          <a:p>
            <a:r>
              <a:t>Alinear reglas de deduplicación de Leads/Cuentas/Órdenes entre telmex.com y canales CRM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cb8e9a6-4c4e-4e52-8931-b83c5b9ff5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616263" cy="384048"/>
          </a:xfrm>
          <a:prstGeom prst="rect">
            <a:avLst/>
          </a:prstGeom>
        </p:spPr>
      </p:pic>
      <p:pic>
        <p:nvPicPr>
          <p:cNvPr id="4" name="Picture 3" descr="Salesforce_Logo-bba9d386-0b81-4089-9e14-3e1cf11a3da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37744"/>
            <a:ext cx="61772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77240"/>
            <a:ext cx="9326880" cy="5029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ctr"/>
            <a:r>
              <a:rPr sz="2800" b="1">
                <a:solidFill>
                  <a:srgbClr val="032D60"/>
                </a:solidFill>
                <a:latin typeface="Arial"/>
              </a:rPr>
              <a:t>Resumen ejecutivo · 28/09/2026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9144000" cy="457200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Catalogo   ·   Acuerdos 0   ·   Por acordar 0   ·   Acciones 3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CAT-001, CAT-002, CAT-003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Ventas   ·   Acuerdos 4   ·   Por acordar 0   ·   Acciones 7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VT-008, VT-012, VT-018, VT-024, VT-025, VT-026, VT-027, VT-028, VT-063, VT-064, VT-065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Canales Digitales   ·   Acuerdos 3   ·   Por acordar 0   ·   Acciones 8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DIG-004, DIG-005, DIG-006, DIG-007, DIG-008, DIG-031, DIG-032, DIG-033, DIG-034, DIG-035, DIG-036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9144000" cy="11887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r>
              <a:rPr sz="1400" b="1">
                <a:solidFill>
                  <a:srgbClr val="032D60"/>
                </a:solidFill>
                <a:latin typeface="Arial"/>
              </a:rPr>
              <a:t>ASK al liderazgo de Salesforce</a:t>
            </a:r>
          </a:p>
          <a:p>
            <a:r>
              <a:rPr sz="1300" b="0">
                <a:solidFill>
                  <a:srgbClr val="181818"/>
                </a:solidFill>
                <a:latin typeface="Arial"/>
              </a:rPr>
              <a:t>Sin ASK en los registros de este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Catalogo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CAT-001 Estado del catálogo + backlog priorizado</a:t>
            </a:r>
            <a:r>
              <a:rPr sz="1100" b="0">
                <a:solidFill>
                  <a:srgbClr val="3E5570"/>
                </a:solidFill>
                <a:latin typeface="Arial"/>
              </a:rPr>
              <a:t>   Eduardo Orduñez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Enviar por correo electrónico al equipo la matriz/Excel de los productos que estan configurados (Paquetes, SVAs, Entretenimiento, etc) en produccion y la vision actualizada de los paquetes PYMEs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CAT-002 Estado del catálogo + backlog priorizado</a:t>
            </a:r>
            <a:r>
              <a:rPr sz="1100" b="0">
                <a:solidFill>
                  <a:srgbClr val="3E5570"/>
                </a:solidFill>
                <a:latin typeface="Arial"/>
              </a:rPr>
              <a:t>   Eduardo Orduñez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Enviar por correo electrónico al equipo la matriz/Excel de historias de usuario mostrada en pantalla.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CAT-003 Estado del catálogo + backlog priorizado</a:t>
            </a:r>
            <a:r>
              <a:rPr sz="1100" b="0">
                <a:solidFill>
                  <a:srgbClr val="3E5570"/>
                </a:solidFill>
                <a:latin typeface="Arial"/>
              </a:rPr>
              <a:t>   Eduardo Orduñez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Realizar sesión interna (team) para actualizar y cerrar el estatus en Jira de las historias de usuario ya liberadas en producción.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VT-012 Alta de Clientes (Cuenta) – Duplicidad y Modelo de Cuentas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Hoy se valida primero en Salesforce y después en PISA, dos veces (prospecto y orden); si da duplicado se puede saltar con aprobación del manager. Optimizar y unificar las reglas de duplicidad en los canales digitales.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VT-018 Resumen y PDF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retira la etapa de Pagos y Entrega del flujo de venta.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VT-063 Seguridad y Visibilidad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eliminan las reglas de colaboración que restringen la visibilidad entre Telmex y Telnor; OWD Público con limitación de campos (FLS) por Permission Set. Cualquier usuario, incluidos los canales digitales, puede convertir prospectos.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VT-064 Seguridad y Visibilidad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Un cambio de domicilio que implica cambio de empresa (Telmex ↔ Telnor) se ejecuta como portabilidad. Jerarquía de Fielders: Líder → N Células → N Promotores.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VT-024 Domiciliación</a:t>
            </a:r>
            <a:r>
              <a:rPr sz="1100" b="0">
                <a:solidFill>
                  <a:srgbClr val="3E5570"/>
                </a:solidFill>
                <a:latin typeface="Arial"/>
              </a:rPr>
              <a:t>   Equipo conjunto / TI Telmex · 09/10/2026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VT-065 Seguridad y Visibilidad</a:t>
            </a:r>
            <a:r>
              <a:rPr sz="1100" b="0">
                <a:solidFill>
                  <a:srgbClr val="3E5570"/>
                </a:solidFill>
                <a:latin typeface="Arial"/>
              </a:rPr>
              <a:t>   Equipo Telmex · 05/10/2026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VT-008 Buscador Personalizado de Clientes</a:t>
            </a:r>
            <a:r>
              <a:rPr sz="1100" b="0">
                <a:solidFill>
                  <a:srgbClr val="3E5570"/>
                </a:solidFill>
                <a:latin typeface="Arial"/>
              </a:rPr>
              <a:t>   Leandro Petri · 06/10/2026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VT-026 Agendamiento</a:t>
            </a:r>
            <a:r>
              <a:rPr sz="1100" b="0">
                <a:solidFill>
                  <a:srgbClr val="3E5570"/>
                </a:solidFill>
                <a:latin typeface="Arial"/>
              </a:rPr>
              <a:t>   Por asignar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VT-027 Mejoras en la Experiencia del Carrito</a:t>
            </a:r>
            <a:r>
              <a:rPr sz="1100" b="0">
                <a:solidFill>
                  <a:srgbClr val="3E5570"/>
                </a:solidFill>
                <a:latin typeface="Arial"/>
              </a:rPr>
              <a:t>   Por asignar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VT-028 UX – Vista 360, Home Ventas y Listas</a:t>
            </a:r>
            <a:r>
              <a:rPr sz="1100" b="0">
                <a:solidFill>
                  <a:srgbClr val="3E5570"/>
                </a:solidFill>
                <a:latin typeface="Arial"/>
              </a:rPr>
              <a:t>   Por asignar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 conjunto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VT-025 Riesgo del Cliente</a:t>
            </a:r>
            <a:r>
              <a:rPr sz="1100" b="0">
                <a:solidFill>
                  <a:srgbClr val="3E5570"/>
                </a:solidFill>
                <a:latin typeface="Arial"/>
              </a:rPr>
              <a:t>   Por asignar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Canales Digitales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DIG-004 Primer release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Limitar el release del 8 de octubre exclusivamente a ventas nuevas residenciales (Hogar) en telmex.com (Justificación: Reducir riesgo y cumplir cronograma)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DIG-005 Clasificación de requerimientos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Clasificar todos los requerimientos en Must Have o Nice to Have; los Nice to Have van al backlog (Justificación:Gestionar expectativas)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DIG-006 Promociones de streaming (Netflix/HBO)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Las promociones de streaming son Must Have (Justificación: Parte del flujo de venta estándar del canal; impactan directamente la conversión)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DIG-007 Compartir documentación técnica de servicios</a:t>
            </a:r>
            <a:r>
              <a:rPr sz="1100" b="0">
                <a:solidFill>
                  <a:srgbClr val="3E5570"/>
                </a:solidFill>
                <a:latin typeface="Arial"/>
              </a:rPr>
              <a:t>   Vicente / Equipo Telmex · 28/09/2026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DIG-008 Reconstruir diagrama de flujo con servicios</a:t>
            </a:r>
            <a:r>
              <a:rPr sz="1100" b="0">
                <a:solidFill>
                  <a:srgbClr val="3E5570"/>
                </a:solidFill>
                <a:latin typeface="Arial"/>
              </a:rPr>
              <a:t>   Violeta + Equipo Telmex · 28/09/2026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DIG-031 Compartir documentación técnica: request/r […] · Parcial</a:t>
            </a:r>
            <a:r>
              <a:rPr sz="1100" b="0">
                <a:solidFill>
                  <a:srgbClr val="3E5570"/>
                </a:solidFill>
                <a:latin typeface="Arial"/>
              </a:rPr>
              <a:t>   Vicente / Equipo Telmex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DIG-032 Reconstruir diagrama de flujo de pantallas con mappi […]</a:t>
            </a:r>
            <a:r>
              <a:rPr sz="1100" b="0">
                <a:solidFill>
                  <a:srgbClr val="3E5570"/>
                </a:solidFill>
                <a:latin typeface="Arial"/>
              </a:rPr>
              <a:t>   Violeta + Equipo Telmex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DIG-033 Elaborar lista clasificada de Must Have vs. Nice to Have</a:t>
            </a:r>
            <a:r>
              <a:rPr sz="1100" b="0">
                <a:solidFill>
                  <a:srgbClr val="3E5570"/>
                </a:solidFill>
                <a:latin typeface="Arial"/>
              </a:rPr>
              <a:t>   Juan + Equipo completo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DIG-034 Evaluar y proponer revisión del roadmap del proyecto […]</a:t>
            </a:r>
            <a:r>
              <a:rPr sz="1100" b="0">
                <a:solidFill>
                  <a:srgbClr val="3E5570"/>
                </a:solidFill>
                <a:latin typeface="Arial"/>
              </a:rPr>
              <a:t>   Juan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DIG-035 Coordinar y agendar sesión con Luis Sánchez para rev […]</a:t>
            </a:r>
            <a:r>
              <a:rPr sz="1100" b="0">
                <a:solidFill>
                  <a:srgbClr val="3E5570"/>
                </a:solidFill>
                <a:latin typeface="Arial"/>
              </a:rPr>
              <a:t>   Juan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DIG-036 Alinear reglas de deduplicación de Leads/Cuentas/Órd […]</a:t>
            </a:r>
            <a:r>
              <a:rPr sz="1100" b="0">
                <a:solidFill>
                  <a:srgbClr val="3E5570"/>
                </a:solidFill>
                <a:latin typeface="Arial"/>
              </a:rPr>
              <a:t>   Equipo Telmex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28/09/2026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