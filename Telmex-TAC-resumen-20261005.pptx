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VT-081</a:t>
            </a:r>
          </a:p>
          <a:p>
            <a:r>
              <a:t>Negocios – Velocidad Simétrica</a:t>
            </a:r>
          </a:p>
          <a:p>
            <a:r>
              <a:t>Diseñar los cambios en el carrito y en la lógica de reserva de facilidades, gestionar la transición de la orden para enviar los dos productos sin afectar el flujo actual, y hacer una sesión interna con Ventas para confirmar que la reserva no tenga impacto técnico.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5cb8e9a6-4c4e-4e52-8931-b83c5b9ff5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616263" cy="384048"/>
          </a:xfrm>
          <a:prstGeom prst="rect">
            <a:avLst/>
          </a:prstGeom>
        </p:spPr>
      </p:pic>
      <p:pic>
        <p:nvPicPr>
          <p:cNvPr id="4" name="Picture 3" descr="Salesforce_Logo-bba9d386-0b81-4089-9e14-3e1cf11a3da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37744"/>
            <a:ext cx="617728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777240"/>
            <a:ext cx="9326880" cy="50292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ctr"/>
            <a:r>
              <a:rPr sz="2800" b="1">
                <a:solidFill>
                  <a:srgbClr val="032D60"/>
                </a:solidFill>
                <a:latin typeface="Arial"/>
              </a:rPr>
              <a:t>Resumen ejecutivo · 05/10/2026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9144000" cy="457200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>
              <a:spcBef>
                <a:spcPts val="800"/>
              </a:spcBef>
            </a:pPr>
            <a:r>
              <a:rPr sz="1400" b="1">
                <a:solidFill>
                  <a:srgbClr val="032D60"/>
                </a:solidFill>
                <a:latin typeface="Arial"/>
              </a:rPr>
              <a:t>Ventas   ·   Acuerdos 2   ·   Por acordar 1   ·   Acciones 4</a:t>
            </a:r>
          </a:p>
          <a:p>
            <a:pPr>
              <a:spcBef>
                <a:spcPts val="0"/>
              </a:spcBef>
            </a:pPr>
            <a:r>
              <a:rPr sz="1100" b="0">
                <a:solidFill>
                  <a:srgbClr val="181818"/>
                </a:solidFill>
                <a:latin typeface="Arial"/>
              </a:rPr>
              <a:t>VT-076, VT-077, VT-078, VT-079, VT-080, VT-081, VT-082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63640"/>
            <a:ext cx="9144000" cy="118872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r>
              <a:rPr sz="1400" b="1">
                <a:solidFill>
                  <a:srgbClr val="032D60"/>
                </a:solidFill>
                <a:latin typeface="Arial"/>
              </a:rPr>
              <a:t>ASK al liderazgo de Salesforce</a:t>
            </a:r>
          </a:p>
          <a:p>
            <a:r>
              <a:rPr sz="1300" b="0">
                <a:solidFill>
                  <a:srgbClr val="181818"/>
                </a:solidFill>
                <a:latin typeface="Arial"/>
              </a:rPr>
              <a:t>Sin ASK en los registros de este día.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00" cy="475488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9692640" cy="384048"/>
          </a:xfrm>
          <a:prstGeom prst="rect">
            <a:avLst/>
          </a:prstGeom>
          <a:noFill/>
        </p:spPr>
        <p:txBody>
          <a:bodyPr wrap="square" lIns="54864" rIns="54864" tIns="36576" bIns="18288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Ventas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66928"/>
            <a:ext cx="3145536" cy="704088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32D60"/>
                </a:solidFill>
                <a:latin typeface="Arial"/>
              </a:rPr>
              <a:t>Por acordar: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VT-077 Líneas Adicionales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La reserva de facilidades de las líneas adicionales se hace directamente en PISA, fuera del carrito; Salesforce envía solo la línea principal para la reserva.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566928"/>
            <a:ext cx="3145536" cy="704088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32D60"/>
                </a:solidFill>
                <a:latin typeface="Arial"/>
              </a:rPr>
              <a:t>Acuerdos: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VT-076 Líneas Adicionales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Sin costo: se contratan y cancelan en bloque con el paquete de voz y datos (sin portabilidad individual, cambio de domicilio ni selección de número). Con costo: oferta independiente de solo voz, con portabilidad y gastos de instalación. Solo la línea principal admite cambio de domicilio o de número.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VT-080 Negocios – Velocidad Simétrica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La velocidad simétrica es un producto hijo adicional con costo (matriz por paquete: subida, bajada y código de facturación), independiente del internet principal. En el carrito se calculan dos RENUM (paquete base + simétrico); la reserva de facilidades usa los datos de la velocidad simétrica; a OM se envían ambos productos y OM los descompone hacia PISA.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11696" y="566928"/>
            <a:ext cx="3145536" cy="704088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32D60"/>
                </a:solidFill>
                <a:latin typeface="Arial"/>
              </a:rPr>
              <a:t>Próximos pasos: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1">
                <a:solidFill>
                  <a:srgbClr val="032D60"/>
                </a:solidFill>
                <a:latin typeface="Arial"/>
              </a:rPr>
              <a:t>Salesforce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VT-078 Líneas Adicionales</a:t>
            </a:r>
            <a:r>
              <a:rPr sz="1100" b="0">
                <a:solidFill>
                  <a:srgbClr val="3E5570"/>
                </a:solidFill>
                <a:latin typeface="Arial"/>
              </a:rPr>
              <a:t>   Nilyan Berti / Rafael de Assis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Organizar una sesión con Jonathan para validar el proceso de reserva y la arquitectura de líneas adicionales. Rafael de Assis comparte el documento de arquitectura de Jonathan.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VT-079 Venta / Alta de Producto Físico</a:t>
            </a:r>
            <a:r>
              <a:rPr sz="1100" b="0">
                <a:solidFill>
                  <a:srgbClr val="3E5570"/>
                </a:solidFill>
                <a:latin typeface="Arial"/>
              </a:rPr>
              <a:t>   Edgar Juventino Hernandez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Poblar la Fecha Fin de los productos físicos en el catálogo con una fecha pasada.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VT-081 Negocios – Velocidad Simétrica</a:t>
            </a:r>
            <a:r>
              <a:rPr sz="1100" b="0">
                <a:solidFill>
                  <a:srgbClr val="3E5570"/>
                </a:solidFill>
                <a:latin typeface="Arial"/>
              </a:rPr>
              <a:t>   Gustavo Richter / Rafael de Assis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Diseñar los cambios en el carrito y en la lógica de reserva de facilidades, gestionar la transición de la orden para enviar los dos productos sin afectar el flujo actual, y hacer una sesión interna con Ventas para co […]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VT-082 Paquetes Comerciales Negocio (Catálogo)</a:t>
            </a:r>
            <a:r>
              <a:rPr sz="1100" b="0">
                <a:solidFill>
                  <a:srgbClr val="3E5570"/>
                </a:solidFill>
                <a:latin typeface="Arial"/>
              </a:rPr>
              <a:t>   Edgar Juventino Hernandez / Daniel Murcia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Compartir la evaluación comparativa de los productos de Telmex (incluidos los no configurados) contra la configuración actual para mapear, y documentar la arquitectura de productos planeada.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Resumen ejecutivo 05/10/2026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